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75db6d09ed41c6" /><Relationship Type="http://schemas.openxmlformats.org/officeDocument/2006/relationships/extended-properties" Target="/docProps/app.xml" Id="R13fb07126c714f13" /><Relationship Type="http://schemas.openxmlformats.org/officeDocument/2006/relationships/officeDocument" Target="/ppt/presentation.xml" Id="R7e246f11705147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0d274b2b364117"/>
  </p:sldMasterIdLst>
  <p:notesMasterIdLst>
    <p:notesMasterId xmlns:r="http://schemas.openxmlformats.org/officeDocument/2006/relationships" r:id="R4e3ed73ef81c46ef"/>
  </p:notesMasterIdLst>
  <p:sldIdLst>
    <p:sldId xmlns:r="http://schemas.openxmlformats.org/officeDocument/2006/relationships" id="256" r:id="Rf2db54b3451043d6"/>
    <p:sldId xmlns:r="http://schemas.openxmlformats.org/officeDocument/2006/relationships" id="257" r:id="R2ed788b19d0c4a0c"/>
    <p:sldId xmlns:r="http://schemas.openxmlformats.org/officeDocument/2006/relationships" id="258" r:id="R8c6aba5427d0474d"/>
    <p:sldId xmlns:r="http://schemas.openxmlformats.org/officeDocument/2006/relationships" id="259" r:id="R9397ad78ade9498a"/>
    <p:sldId xmlns:r="http://schemas.openxmlformats.org/officeDocument/2006/relationships" id="260" r:id="R4dea0187323a4577"/>
    <p:sldId xmlns:r="http://schemas.openxmlformats.org/officeDocument/2006/relationships" id="261" r:id="R704f0ce187234012"/>
    <p:sldId xmlns:r="http://schemas.openxmlformats.org/officeDocument/2006/relationships" id="262" r:id="R8011b59512c24111"/>
    <p:sldId xmlns:r="http://schemas.openxmlformats.org/officeDocument/2006/relationships" id="263" r:id="Rc077647f848440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d274b2b364117" /><Relationship Type="http://schemas.openxmlformats.org/officeDocument/2006/relationships/theme" Target="/ppt/theme/theme1.xml" Id="Rd14a29c4b78f4ad0" /><Relationship Type="http://schemas.openxmlformats.org/officeDocument/2006/relationships/notesMaster" Target="/ppt/notesMasters/notesMaster1.xml" Id="R4e3ed73ef81c46ef" /><Relationship Type="http://schemas.openxmlformats.org/officeDocument/2006/relationships/presProps" Target="/ppt/presProps.xml" Id="R916284a177a8433f" /><Relationship Type="http://schemas.openxmlformats.org/officeDocument/2006/relationships/viewProps" Target="/ppt/viewProps.xml" Id="Ra5b3ff06ff4142bb" /><Relationship Type="http://schemas.openxmlformats.org/officeDocument/2006/relationships/tableStyles" Target="/ppt/tableStyles.xml" Id="Ra0c061224d3a4f46" /><Relationship Type="http://schemas.openxmlformats.org/officeDocument/2006/relationships/slide" Target="/ppt/slides/slide1.xml" Id="Rf2db54b3451043d6" /><Relationship Type="http://schemas.openxmlformats.org/officeDocument/2006/relationships/slide" Target="/ppt/slides/slide2.xml" Id="R2ed788b19d0c4a0c" /><Relationship Type="http://schemas.openxmlformats.org/officeDocument/2006/relationships/slide" Target="/ppt/slides/slide3.xml" Id="R8c6aba5427d0474d" /><Relationship Type="http://schemas.openxmlformats.org/officeDocument/2006/relationships/slide" Target="/ppt/slides/slide4.xml" Id="R9397ad78ade9498a" /><Relationship Type="http://schemas.openxmlformats.org/officeDocument/2006/relationships/slide" Target="/ppt/slides/slide5.xml" Id="R4dea0187323a4577" /><Relationship Type="http://schemas.openxmlformats.org/officeDocument/2006/relationships/slide" Target="/ppt/slides/slide6.xml" Id="R704f0ce187234012" /><Relationship Type="http://schemas.openxmlformats.org/officeDocument/2006/relationships/slide" Target="/ppt/slides/slide7.xml" Id="R8011b59512c24111" /><Relationship Type="http://schemas.openxmlformats.org/officeDocument/2006/relationships/slide" Target="/ppt/slides/slide8.xml" Id="Rc077647f848440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207c217117f4d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3bbe9e0e754b39" /><Relationship Type="http://schemas.openxmlformats.org/officeDocument/2006/relationships/notesMaster" Target="/ppt/notesMasters/notesMaster1.xml" Id="R870f3de2e49948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a7d6c17e1343c5" /><Relationship Type="http://schemas.openxmlformats.org/officeDocument/2006/relationships/notesMaster" Target="/ppt/notesMasters/notesMaster1.xml" Id="Rff785af98b924c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eef92c3cf14e96" /><Relationship Type="http://schemas.openxmlformats.org/officeDocument/2006/relationships/notesMaster" Target="/ppt/notesMasters/notesMaster1.xml" Id="R87dad9b7189a43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07b13e998a4c65" /><Relationship Type="http://schemas.openxmlformats.org/officeDocument/2006/relationships/notesMaster" Target="/ppt/notesMasters/notesMaster1.xml" Id="Rd686bd65edb747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bb107703fe450b" /><Relationship Type="http://schemas.openxmlformats.org/officeDocument/2006/relationships/notesMaster" Target="/ppt/notesMasters/notesMaster1.xml" Id="R1a4f5d3bdc1740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2063ccadbb40ae" /><Relationship Type="http://schemas.openxmlformats.org/officeDocument/2006/relationships/notesMaster" Target="/ppt/notesMasters/notesMaster1.xml" Id="R5d817d855b9f4b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e8aca0ad3f4cdd" /><Relationship Type="http://schemas.openxmlformats.org/officeDocument/2006/relationships/notesMaster" Target="/ppt/notesMasters/notesMaster1.xml" Id="Rea0cf4ec0e8c4a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10112181314468" /><Relationship Type="http://schemas.openxmlformats.org/officeDocument/2006/relationships/notesMaster" Target="/ppt/notesMasters/notesMaster1.xml" Id="R65c681b36ff140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dizendo o nome do projeto e o objetivo: criar uma vitrine local simples, funcional e portatil. Destaque que o projeto ja abre no navegador e tem dados de demonstracao.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problema: pequenos vendedores divulgam em varios lugares. A solucao centraliza busca, contato e avaliacao em um sistema simples.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Passe rapidamente por cada bloco e diga que eles atendem exatamente aos requisitos: cadastro, anuncios com imagem, busca, favoritos, mensagens e avaliacoes.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projeto foi dividido em camadas: interface, aplicacao, regra de negocio e testes. Reforce que essa escolha deixa o projeto portatil.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modelo de dados em linguagem simples. O ponto principal e que cada entidade corresponde a uma funcionalidade visivel no sistema.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contar como voce fez o projeto, sem entrar em codigo linha por linha. A ordem mostra que cada parte depende da anterior.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Comente que foram feitos testes automatizados e commits semanticos. Explique que o GitHub precisa de um remoto origin configurado para permitir push.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como cola para a demonstracao. Execute a sequencia e finalize falando das possiveis evolucoes futuras.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0e5ecb5324a8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200302c2ecd475a" /><Relationship Type="http://schemas.openxmlformats.org/officeDocument/2006/relationships/slideLayout" Target="/ppt/slideLayouts/slideLayout2.xml" Id="Rf91c031b46b640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1c031b46b640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06b6229fda443a" /><Relationship Type="http://schemas.openxmlformats.org/officeDocument/2006/relationships/image" Target="/ppt/media/image.png" Id="Re3c6f48bc5e84abd" /><Relationship Type="http://schemas.openxmlformats.org/officeDocument/2006/relationships/image" Target="/ppt/media/image2.png" Id="Re52bcac060234bf9" /><Relationship Type="http://schemas.openxmlformats.org/officeDocument/2006/relationships/image" Target="/ppt/media/image3.png" Id="R3ffe02774ea54dc1" /><Relationship Type="http://schemas.openxmlformats.org/officeDocument/2006/relationships/image" Target="/ppt/media/image4.png" Id="R340f77b39ae3418c" /><Relationship Type="http://schemas.openxmlformats.org/officeDocument/2006/relationships/notesSlide" Target="/ppt/notesSlides/notesSlide1.xml" Id="R4a3fb4519b284b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56e805f91047f5" /><Relationship Type="http://schemas.openxmlformats.org/officeDocument/2006/relationships/notesSlide" Target="/ppt/notesSlides/notesSlide2.xml" Id="Re6ce7195fa0b48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e31927fa6a4d22" /><Relationship Type="http://schemas.openxmlformats.org/officeDocument/2006/relationships/notesSlide" Target="/ppt/notesSlides/notesSlide3.xml" Id="R8662df91ebd748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a5cfb3b06045cd" /><Relationship Type="http://schemas.openxmlformats.org/officeDocument/2006/relationships/notesSlide" Target="/ppt/notesSlides/notesSlide4.xml" Id="Rf3bd67e3650945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755104f27b4e7f" /><Relationship Type="http://schemas.openxmlformats.org/officeDocument/2006/relationships/notesSlide" Target="/ppt/notesSlides/notesSlide5.xml" Id="R307c9c58039944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117f42f1864f98" /><Relationship Type="http://schemas.openxmlformats.org/officeDocument/2006/relationships/notesSlide" Target="/ppt/notesSlides/notesSlide6.xml" Id="Rcce280d4442d4d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a9a4703276451d" /><Relationship Type="http://schemas.openxmlformats.org/officeDocument/2006/relationships/notesSlide" Target="/ppt/notesSlides/notesSlide7.xml" Id="Rb7711507fa6f4c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cbfc133733490f" /><Relationship Type="http://schemas.openxmlformats.org/officeDocument/2006/relationships/notesSlide" Target="/ppt/notesSlides/notesSlide8.xml" Id="R47ab357b04f844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2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7B0402-5ED5-436B-8794-A2E3376F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Marketplace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7DACC-FF58-4F5B-90EC-079D81E2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9F9826A-8A9C-4C6B-B5D9-EA9C240D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39F02AD-AB7F-432C-A8F6-9CFBD3D3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PROJETO ACADEMICO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3EE08-81CB-4785-9EA5-CC2FB95B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rPr>
              <a:t>Marketplace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402F4-3D60-480C-9E4B-9B3BE425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Uma plataforma funcional para anunciar produtos e servicos da comunidade.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6f48bc5e84abd"/>
          <a:srcRect xmlns:a="http://schemas.openxmlformats.org/drawingml/2006/main" l="0" t="556" r="0" b="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704850"/>
            <a:ext cx="2571750" cy="16954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bcac060234b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05900" y="2266950"/>
            <a:ext cx="2286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e02774ea54dc1"/>
          <a:srcRect xmlns:a="http://schemas.openxmlformats.org/drawingml/2006/main" l="0" t="200" r="0" b="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3733800"/>
            <a:ext cx="2381250" cy="15811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f77b39ae3418c"/>
          <a:srcRect xmlns:a="http://schemas.openxmlformats.org/drawingml/2006/main" l="265" t="0" r="2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0" y="4819650"/>
            <a:ext cx="1790700" cy="1200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9FABE-40E7-4173-8035-2A44E147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80E5F-8490-45ED-BB8A-13789EED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FEAE9-B135-4229-9DC9-6D7E1AB4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8F6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F8F6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AF35E-610B-42B7-8FF8-83F676BC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8707C"/>
                </a:solidFill>
                <a:latin typeface="Aptos"/>
                <a:ea typeface="Aptos"/>
                <a:cs typeface="Aptos"/>
              </a:rPr>
              <a:t>funcoes centrais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69ECB-41D1-441E-BF5C-4237750D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95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C96BB-027E-453B-83BC-866D6813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95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9AF0B-CACB-41E9-9F44-DC3F4398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481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8952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C8952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E8F90-247C-418E-9EC4-03BCE1ED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86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8707C"/>
                </a:solidFill>
                <a:latin typeface="Aptos"/>
                <a:ea typeface="Aptos"/>
                <a:cs typeface="Aptos"/>
              </a:rPr>
              <a:t>dependencias web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F42A6-69F7-4802-9F1B-ABD9D739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95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23E6C-81F5-439A-B335-56B4CE44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95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AB9F0-D65C-42CE-9F18-5B5BD35F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481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6F5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D96F52"/>
                </a:solidFill>
                <a:latin typeface="Aptos"/>
                <a:ea typeface="Aptos"/>
                <a:cs typeface="Aptos"/>
              </a:rPr>
              <a:t>6/6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34389-2814-499B-AC05-C7F92E53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86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8707C"/>
                </a:solidFill>
                <a:latin typeface="Aptos"/>
                <a:ea typeface="Aptos"/>
                <a:cs typeface="Aptos"/>
              </a:rPr>
              <a:t>testes passando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68F7C-1718-4CCA-9CEF-E3C364C3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HTML + CSS + JavaScript puro, com dados no navegador e exportacao em JSON.</a:t>
            </a:r>
          </a:p>
        </p:txBody>
      </p:sp>
    </p:spTree>
    <p:extLst>
      <p:ext uri="{BB962C8B-B14F-4D97-AF65-F5344CB8AC3E}">
        <p14:creationId xmlns:p14="http://schemas.microsoft.com/office/powerpoint/2010/main" val="1961475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466144-EC7A-4264-A087-DB1AFA0F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Marketplace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F0851-87EB-4589-8993-267F507D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8E0D52A-9D35-49F3-9958-3FC49C57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5D63266-5BB3-40A6-AF7B-A0F8CF71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F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F67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B74DD-6942-4545-A8A0-1F1DB57E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1921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12C"/>
                </a:solidFill>
                <a:latin typeface="Aptos Display"/>
                <a:ea typeface="Aptos Display"/>
                <a:cs typeface="Aptos Display"/>
              </a:rPr>
              <a:t>Vendas locais ficam espalhadas demais.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DBAA2-F669-433C-8850-2C704804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O projeto organiza vendedores, anuncios, conversas e reputacao em uma unica experiencia.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DDC73-F177-43E1-9594-FA06D2AE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98EA6-0948-42AD-9374-DED710D0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6F5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6F52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7B3CD-79B5-4C5C-9E35-00ED9729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81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90615-44E8-4A93-861D-6D5E2125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Divulgacao solta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53DEF-E485-4F4C-907D-330D499D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358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Produtos e servicos aparecem em mensagens, grupos ou indicacoes.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73ACC-565D-4AAC-AD97-277701F3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4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4F3DC-1079-4704-84FD-22C21255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2920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Pouca comparacao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0EEB5-52F5-4FB8-B1A7-FE0199E1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53050"/>
            <a:ext cx="358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Fica dificil filtrar preco, cidade, categoria e avaliacao.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8B8AD-0BBB-4631-9F86-02B3429E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AD5AE-788B-42EE-B4FE-C87F9CF1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147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8F6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8F67"/>
                </a:solidFill>
                <a:latin typeface="Aptos"/>
                <a:ea typeface="Aptos"/>
                <a:cs typeface="Aptos"/>
              </a:rPr>
              <a:t>Depois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98BF5-BB46-4CDC-ADFE-24D690CA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14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26E8D-102F-4EED-9E45-11B106A3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Vitrine unica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03E60-4AB5-41DD-8837-BD1336E1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358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Anuncios com imagem, vendedor, preco e categoria.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674E0-7B2F-4A74-A6BA-FA3CA680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67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6F5334-337C-41E2-AD65-DA98E92F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815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Contato e confianca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83A4A3-0A29-4B12-8244-A25CC99E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05400"/>
            <a:ext cx="358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Mensagens e avaliacoes completam o fluxo de compra.</a:t>
            </a:r>
          </a:p>
        </p:txBody>
      </p:sp>
    </p:spTree>
    <p:extLst>
      <p:ext uri="{BB962C8B-B14F-4D97-AF65-F5344CB8AC3E}">
        <p14:creationId xmlns:p14="http://schemas.microsoft.com/office/powerpoint/2010/main" val="1411412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67BA71-F442-4E14-995D-A033F855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Marketplace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D0098-E584-4621-B161-604880AF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219793E-3369-4514-92C4-B46E00E5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BE65EA8-5C46-4EA4-92CE-FDF0DBE5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F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F67"/>
                </a:solidFill>
                <a:latin typeface="Aptos"/>
                <a:ea typeface="Aptos"/>
                <a:cs typeface="Aptos"/>
              </a:rPr>
              <a:t>FUNCIONALIDADES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D3BF0-F447-4BC1-A461-8E9893DE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1921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12C"/>
                </a:solidFill>
                <a:latin typeface="Aptos Display"/>
                <a:ea typeface="Aptos Display"/>
                <a:cs typeface="Aptos Display"/>
              </a:rPr>
              <a:t>O fluxo completo do marketplace foi entregue.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D042F-D1AE-49E7-BAF0-E1B9D8E6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Cada funcionalidade conversa com a proxima para formar uma jornada de uso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5B81F-C646-4A02-9785-25EC3CFF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619250" cy="20193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1A218-B99D-4F46-885E-B52180F1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E78BD-877C-43AB-AFA4-0305000B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D1346-1F69-4263-A93A-C84018E5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Vendedores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63B91-842A-4489-A22E-6DF9C418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cadastro com contato, cidade, segmento e bio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C9B9E-F5B1-4B90-AFEE-3E9F8872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243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ACF38-7E47-4BEA-A272-529D5DC5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09950"/>
            <a:ext cx="1619250" cy="20193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B1F72-4C64-4BB8-B8C9-3521CB11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38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1BE3F-DEA7-4E42-AB77-1AA1520D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957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F993F-55EC-410E-B136-B09A43B9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291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Anuncios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7D826A-8046-4E21-BFB1-F06E4039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1010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produto ou servico com imagem, preco e descricao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F2702-D9F3-4AB6-9C33-E6D2C24C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243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5D756-9596-4F83-8672-F3339E87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9950"/>
            <a:ext cx="1619250" cy="20193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39EBB-B6FA-44D7-9C87-B2FA7505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38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E623A-7A43-4050-B6C3-A7A53313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957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81D79-3108-45E6-8762-881491B8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Busca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18B71B-F7DF-44D1-BB8F-92951C3F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1010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termo, categoria, tipo, cidade, preco e ordenacao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FC2E9-56DB-40D4-9F6F-BA7F4E92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43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26C645-2D78-40AB-AB5B-D4D2DF7E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1619250" cy="20193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E87EA2-1730-41F5-8AD7-5BA52111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0B79B5-BB0C-447A-B651-2B848853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ECAA8F-80A7-49B4-9F5C-D7A20302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Favoritos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AC66A6-D50B-4CA0-A323-F409D2A0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lista de anuncios salvos pelo usuario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291286-5510-4220-84E5-44A74EF8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5B9203-BCDC-42DE-88B0-CB7121A4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9950"/>
            <a:ext cx="1619250" cy="20193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F00F9-2775-4AA2-B595-A8ECC540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BAE809-6628-4CE3-8DAD-D1F170D6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957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0DB434-B3EA-420A-93A3-1051EB3E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291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Mensagens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4AE17F-BFD3-4BB4-B19E-708E4D7F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010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contato do comprador e resposta do vendedor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822721-F41C-4885-9586-327C60EA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243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6B8796-4CA5-49FA-BE43-77DF925F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09950"/>
            <a:ext cx="1619250" cy="20193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1A800E-2FA7-43B7-B408-1EC05AA5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38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CE216D-2C1C-4DCA-B5EE-9F4251E6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957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509318-38AE-427B-8084-FFB1FEAC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291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Avaliacoes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B198D3-BD0A-458D-AF04-3FDE40B4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61010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nota, comentario e media por anuncio</a:t>
            </a:r>
          </a:p>
        </p:txBody>
      </p:sp>
    </p:spTree>
    <p:extLst>
      <p:ext uri="{BB962C8B-B14F-4D97-AF65-F5344CB8AC3E}">
        <p14:creationId xmlns:p14="http://schemas.microsoft.com/office/powerpoint/2010/main" val="1085963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92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8454E8-0D50-475C-972D-798A8437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Marketplace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7E2AB-F79F-4B03-A1F4-4A9F012F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DA8A11C-7284-496A-AC0E-41977AB6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28D090D-F006-42FE-A95C-7E8A8039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ARQUITETURA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3AA22-7700-499A-AE6C-23B9B8DC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rPr>
              <a:t>A portabilidade guiou as escolhas tecnicas.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24F7C-4279-4BB1-8050-2018DC23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Sem backend obrigatorio: a aplicacao inteira roda no navegador e pode ser testada com Node.js.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534E9-AD04-4DA2-85AE-B9A414C3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AF0">
              <a:alpha val="7843"/>
            </a:srgbClr>
          </a:solidFill>
          <a:ln xmlns:a="http://schemas.openxmlformats.org/drawingml/2006/main" w="9525">
            <a:solidFill>
              <a:srgbClr val="FFFAF0">
                <a:alpha val="22745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35D2C-CF47-490D-A214-93A75DE1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8D122-96C6-4EF9-87C0-E7B72B35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76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64696-3393-4EA2-BDA1-9597CA6E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95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DDDC"/>
                </a:solidFill>
                <a:latin typeface="Aptos"/>
                <a:ea typeface="Aptos"/>
                <a:cs typeface="Aptos"/>
              </a:rPr>
              <a:t>index.html + styles.css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06D2E-3CEB-4F2F-95E0-3E81069D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0517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formularios, vitrine e paineis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FB7D7-F68A-4BD5-898B-BC27846A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AF0">
              <a:alpha val="7843"/>
            </a:srgbClr>
          </a:solidFill>
          <a:ln xmlns:a="http://schemas.openxmlformats.org/drawingml/2006/main" w="9525">
            <a:solidFill>
              <a:srgbClr val="FFFAF0">
                <a:alpha val="22745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D18D5-A163-4B2D-B738-A6EDADDA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D1C81-9C28-4F6F-89E3-3C467C97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Aplicacao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5E82D-F01A-4431-8AC1-30B784A8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005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DDDC"/>
                </a:solidFill>
                <a:latin typeface="Aptos"/>
                <a:ea typeface="Aptos"/>
                <a:cs typeface="Aptos"/>
              </a:rPr>
              <a:t>src/app.js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D2572-4503-42C6-9DF2-DD93926F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002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eventos, renderizacao e localStorage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F5299-85E7-4257-A882-BA895829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AF0">
              <a:alpha val="7843"/>
            </a:srgbClr>
          </a:solidFill>
          <a:ln xmlns:a="http://schemas.openxmlformats.org/drawingml/2006/main" w="9525">
            <a:solidFill>
              <a:srgbClr val="FFFAF0">
                <a:alpha val="22745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9BF63-1D52-4466-932F-0872E6D4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33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C804B-C3A9-4F13-A409-79562821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863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Regra de negocio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B2548-EEBE-4F28-8217-6632B4B1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053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DDDC"/>
                </a:solidFill>
                <a:latin typeface="Aptos"/>
                <a:ea typeface="Aptos"/>
                <a:cs typeface="Aptos"/>
              </a:rPr>
              <a:t>src/marketplace-core.js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4CE4C-B4F1-4612-882D-86B78D81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1487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filtros, validacoes e medias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40416-D73A-44F0-A68A-68775EE7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AF0">
              <a:alpha val="7843"/>
            </a:srgbClr>
          </a:solidFill>
          <a:ln xmlns:a="http://schemas.openxmlformats.org/drawingml/2006/main" w="9525">
            <a:solidFill>
              <a:srgbClr val="FFFAF0">
                <a:alpha val="22745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5A423-275F-4D51-8F3B-77CCA150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387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6FC4D-F984-4F9A-8331-4FFBDD2B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91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Qualidade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7AD7B-8B6F-42B1-9F3F-5C96E488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102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DDDC"/>
                </a:solidFill>
                <a:latin typeface="Aptos"/>
                <a:ea typeface="Aptos"/>
                <a:cs typeface="Aptos"/>
              </a:rPr>
              <a:t>tests/*.test.js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AC219-0B60-4A15-BB12-F3930CE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1972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testes automatizados com Node.js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FE0017-67FE-46DD-9931-D21706E6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265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>
              <a:alpha val="2274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B35D62-5B11-4798-8712-D31CE0E3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9600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Persistencia: dados salvos no localStorage + exportacao/importacao JSON.</a:t>
            </a:r>
          </a:p>
        </p:txBody>
      </p:sp>
    </p:spTree>
    <p:extLst>
      <p:ext uri="{BB962C8B-B14F-4D97-AF65-F5344CB8AC3E}">
        <p14:creationId xmlns:p14="http://schemas.microsoft.com/office/powerpoint/2010/main" val="1013664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3960D2-302A-4416-B927-964FEB4B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Marketplace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37409-A95F-4A6A-B8AA-E5316560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433F440-98CC-4815-9BE9-C4F4929B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7707061-B7A4-4C9E-8DA3-D899A923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F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F67"/>
                </a:solidFill>
                <a:latin typeface="Aptos"/>
                <a:ea typeface="Aptos"/>
                <a:cs typeface="Aptos"/>
              </a:rPr>
              <a:t>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684FB-A12D-42D8-8283-8F14E548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1921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12C"/>
                </a:solidFill>
                <a:latin typeface="Aptos Display"/>
                <a:ea typeface="Aptos Display"/>
                <a:cs typeface="Aptos Display"/>
              </a:rPr>
              <a:t>O modelo cobre a jornada sem banco externo.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55A23-A061-47C8-8FE2-95379D2C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As entidades foram mantidas simples para facilitar entendimento, teste e demonstracao.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FCFDB-E118-4A10-84CB-6A7105FE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3048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EE8BF-3295-4B38-B835-BA920A9C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F6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F67"/>
                </a:solidFill>
                <a:latin typeface="Aptos"/>
                <a:ea typeface="Aptos"/>
                <a:cs typeface="Aptos"/>
              </a:rPr>
              <a:t>sellers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0C6A0-19BE-4986-B9DF-2E727853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vendedores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45086-6DB2-49C4-807F-ECA150D4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nome, cidade, segmento, contato, bio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78608-E5EA-4E09-9A85-68E1CEAB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3048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C0B83-29A7-44E7-A3F9-6099693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90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F9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B6F9F"/>
                </a:solidFill>
                <a:latin typeface="Aptos"/>
                <a:ea typeface="Aptos"/>
                <a:cs typeface="Aptos"/>
              </a:rPr>
              <a:t>listings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CDCCF-0B7F-42AE-AE85-ADB1CC3A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anuncios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AD4BD-DFAE-4F8F-8289-359D7AC7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433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vendedor, titulo, tipo, categoria, preco, imagem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31512-AAA0-4F52-8C56-95A889A5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00400"/>
            <a:ext cx="3048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0C0F2-4010-4C5C-A84D-CB102EBE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F5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6F52"/>
                </a:solidFill>
                <a:latin typeface="Aptos"/>
                <a:ea typeface="Aptos"/>
                <a:cs typeface="Aptos"/>
              </a:rPr>
              <a:t>favorites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9FD1D-AA64-4910-975E-0EDA2EB5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95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favoritos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CFD85-9980-4B03-B294-5E5D2C75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ids dos anuncios salvos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00C0B-2982-45AB-A05E-96A71CC1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3048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49E08-E64F-4211-8EB5-D7E89DE6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95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952F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EAB1C-31DC-40FC-ABD3-F393F6FD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mensagens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2FE25-A798-469E-9D81-E9724B86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comprador, contato, texto, resposta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DFEAAE-D03C-41A5-BD1C-43D37C4A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3048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7ADFC0-C247-4FB1-A493-FFD918F0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10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6F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B6FA8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0DBA81-DE57-4EC6-9F68-9714B484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14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avaliacoes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C2A517-EC79-4697-80E4-C1C7E2EC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62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nota, comentario e anuncio avaliado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DCC6AA-F646-43E4-813A-451255B2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F6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8F67"/>
                </a:solidFill>
                <a:latin typeface="Aptos"/>
                <a:ea typeface="Aptos"/>
                <a:cs typeface="Aptos"/>
              </a:rPr>
              <a:t>Exportar e importar JSON permite levar a demonstracao para outro computador.</a:t>
            </a:r>
          </a:p>
        </p:txBody>
      </p:sp>
    </p:spTree>
    <p:extLst>
      <p:ext uri="{BB962C8B-B14F-4D97-AF65-F5344CB8AC3E}">
        <p14:creationId xmlns:p14="http://schemas.microsoft.com/office/powerpoint/2010/main" val="1137915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769FE0-9BE2-4B79-B9ED-966B4C3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Marketplace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D8C94-4083-4EEE-B517-111A94F5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A5958B5-DAB5-4233-97B1-0A39E29F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ADC3081-A4B5-4D60-8F5C-844DDB51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F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F67"/>
                </a:solidFill>
                <a:latin typeface="Aptos"/>
                <a:ea typeface="Aptos"/>
                <a:cs typeface="Aptos"/>
              </a:rPr>
              <a:t>PASSO A PASSO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47ABC-503F-40BD-A0A4-78E2B60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1921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12C"/>
                </a:solidFill>
                <a:latin typeface="Aptos Display"/>
                <a:ea typeface="Aptos Display"/>
                <a:cs typeface="Aptos Display"/>
              </a:rPr>
              <a:t>A construcao seguiu uma ordem de dependencias.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3BA1F-4D85-4517-8887-4BE06DAF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Primeiro a base, depois os fluxos principais, e por ultimo documentacao, testes e apresentacao.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3B8E5-9D3C-4A37-A170-C5514862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DD6B0-8F97-4CB5-BE95-48AA2627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822F5-7B18-4655-A12E-3ED56AFF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44EA9-5109-41C6-86A0-A8E6D574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Base visual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EF5A2-8EF2-4DC4-9CE2-279FDF79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149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HTML, CSS responsivo e dados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AD751-5FF6-4957-A59E-8E64BC07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48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C2512-BF1E-46F2-9A04-4DCA2345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433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1CBA8-3FCE-4BFD-9D22-275D8CEF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91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Cadastro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0F7B5-D2EB-4D27-A9D1-3B7DB1C6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149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vendedores e anuncios com imagem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9B0FB-D6CC-4F53-A447-46EFF214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48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2F922-AFF4-41FE-B897-07DB105D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433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A567A-C19B-4FB8-B73F-DD54DB75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1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Vitrine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C2F87-58B8-40BB-8046-6F83F90E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149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busca, filtros, ordenacao e favoritos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F831C-AA06-4481-9DEF-680A9CAA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48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6494D5-464C-4E23-B6FB-9946C7A2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433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F6354-687A-45C1-AD8B-E1DA21C5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91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Contato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84FFF-F97F-4B4D-890C-ABBF9014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149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mensagens e respostas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A72E8-5F6F-449E-B8B7-64D9D600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48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730874-35DE-4AF4-B2CA-69CEA62F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433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45640-A611-48DC-8962-D8E3ED62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91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Confianca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B555E9-A738-4C67-A550-9C8D3344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149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avaliacoes e media por anuncio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1B4D9B-BFBE-4F35-A2E4-9A212224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48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EF15D7-C0AA-4E83-86B9-1AC6ABF9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433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FB3AF0-E7B0-4F8B-9EDD-C28C04D2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91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BCA45E-772F-41F9-8382-C2ED6DF0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149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README, roteiro, testes e slides</a:t>
            </a:r>
          </a:p>
        </p:txBody>
      </p:sp>
    </p:spTree>
    <p:extLst>
      <p:ext uri="{BB962C8B-B14F-4D97-AF65-F5344CB8AC3E}">
        <p14:creationId xmlns:p14="http://schemas.microsoft.com/office/powerpoint/2010/main" val="18703588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92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46F69A-8282-4B3C-A9E1-6823F93C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Marketplace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55D70-B035-4B1C-A66A-EBFCFB23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C3C370-63FA-4694-8026-D380640A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F79390-35DB-4D43-9F9E-CDA4F639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QUALIDADE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44021-11CC-43D1-BCC8-6A6CF504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rPr>
              <a:t>A entrega tambem inclui testes, README e versionamento.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659AD-2F1D-45AE-BA73-DD82581A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O projeto foi preparado para ser entendido, executado e evoluido depois da apresentacao.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17805-9BD1-4889-89E6-04612745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7ED56-9BA3-409C-9250-632136BA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9E7A3-DD3D-4BA1-AA61-9A9BE915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8F6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F8F67"/>
                </a:solidFill>
                <a:latin typeface="Aptos"/>
                <a:ea typeface="Aptos"/>
                <a:cs typeface="Aptos"/>
              </a:rPr>
              <a:t>6/6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3BE5A-EFC9-4700-85E0-14057284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8707C"/>
                </a:solidFill>
                <a:latin typeface="Aptos"/>
                <a:ea typeface="Aptos"/>
                <a:cs typeface="Aptos"/>
              </a:rPr>
              <a:t>testes automatizados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583FB-CFF3-4EC2-9719-19D63ECA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FE18D-F2FD-409E-B4CB-8F5BB453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7260D-ACD1-48FC-B3AF-9AE81A90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623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8952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C8952F"/>
                </a:solidFill>
                <a:latin typeface="Aptos"/>
                <a:ea typeface="Aptos"/>
                <a:cs typeface="Aptos"/>
              </a:rPr>
              <a:t>3+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1C600-4F98-42B1-AEF9-B28F84FE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8707C"/>
                </a:solidFill>
                <a:latin typeface="Aptos"/>
                <a:ea typeface="Aptos"/>
                <a:cs typeface="Aptos"/>
              </a:rPr>
              <a:t>commits semanticos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9ECB7-9F87-4517-B2B5-53A9D4A8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CC2C0-C65F-49CB-84CD-41010F1D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0CB3A-C1A1-4C63-BBF4-830E6FA1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623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6F5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D96F5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20FE6-ED88-451B-B7F0-074A4B83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00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8707C"/>
                </a:solidFill>
                <a:latin typeface="Aptos"/>
                <a:ea typeface="Aptos"/>
                <a:cs typeface="Aptos"/>
              </a:rPr>
              <a:t>dependencias externas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67D45-DA15-45B3-96B4-7D96ED3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238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AF0">
              <a:alpha val="7843"/>
            </a:srgbClr>
          </a:solidFill>
          <a:ln xmlns:a="http://schemas.openxmlformats.org/drawingml/2006/main" w="9525">
            <a:solidFill>
              <a:srgbClr val="FFFAF0">
                <a:alpha val="22745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A0916-0BDC-4524-A837-1900E322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Entregaveis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D435E-C6DF-4B70-B0CA-6B28BD90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433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App funcional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README detalhado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Roteiro de fala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PowerPoint editavel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Testes automatizados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36853-797C-431A-9CE8-02805D8F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DD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DDDC"/>
                </a:solidFill>
                <a:latin typeface="Aptos"/>
                <a:ea typeface="Aptos"/>
                <a:cs typeface="Aptos"/>
              </a:rPr>
              <a:t>Observacao: o push automatico depende de configurar o remoto origin do GitHub.</a:t>
            </a:r>
          </a:p>
        </p:txBody>
      </p:sp>
    </p:spTree>
    <p:extLst>
      <p:ext uri="{BB962C8B-B14F-4D97-AF65-F5344CB8AC3E}">
        <p14:creationId xmlns:p14="http://schemas.microsoft.com/office/powerpoint/2010/main" val="478548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485489-930A-44E7-BAAA-CE9E918F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Marketplace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BD3FE-9451-429D-BAEE-F36514CB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6EC879B-7BF4-4750-98E9-3C2DA85D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2E3211-228E-4BE5-AA59-3305E9DE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F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F67"/>
                </a:solidFill>
                <a:latin typeface="Aptos"/>
                <a:ea typeface="Aptos"/>
                <a:cs typeface="Aptos"/>
              </a:rPr>
              <a:t>DEMONSTRACAO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32EAF-EB89-457C-A261-4D6FDC45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1921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12C"/>
                </a:solidFill>
                <a:latin typeface="Aptos Display"/>
                <a:ea typeface="Aptos Display"/>
                <a:cs typeface="Aptos Display"/>
              </a:rPr>
              <a:t>Feche mostrando o sistema funcionando.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5CC09-336B-4D8F-8817-A58E10D8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A melhor apresentacao e percorrer a jornada de um usuario dentro da aplicacao.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2C81C-476A-42D6-B27C-00953C71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030EE-D482-4BE3-9559-BFB7369C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08B93-F9C4-4DA3-A82D-906D3D3B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7B953-F197-4DA8-9525-2BCB52C4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432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Abrir a vitrine e mostrar os exemplos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19A64-B337-4CE1-AB56-74CC1569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8135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54611-D765-4CFB-8362-B08E8F03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147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F14CD-CF8A-40B5-A376-E226DE04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0F07B-F600-4357-AD64-9DC43D8B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432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Cadastrar um vendedor novo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23B3B-718A-47A3-A2DE-D721D74D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FA9D7-8516-4A62-A825-70643578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BA9AA-5B8E-458C-8104-AED33AE9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EC35B-5071-4CDE-9E2A-E62974E6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195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Publicar um anuncio com imagem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20974-3E2D-4666-846D-726520AE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F0857-19AC-4771-8D25-0C0716E9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79109-7C45-4751-9B92-5C71A58E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2910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EC4CB-106A-4E88-B4EF-2146CC76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195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Buscar, filtrar e favoritar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56D816-83D5-4E76-9DF4-D20C68E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99DAE-4D09-4E86-9542-203F9E66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028EA4-EB87-4534-9BB7-37CD4C89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71EA3-8A19-41BD-A4E8-37F77C82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Enviar mensagem e salvar resposta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086984-8A62-4EEF-8B20-B282CAD0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3395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2D11C4-A222-4C1B-A497-A7A588CA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673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445CAB-673D-4B11-B0D2-C0EB2FB6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C725EF-E2B1-49BA-94ED-2F8F443B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958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1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12C"/>
                </a:solidFill>
                <a:latin typeface="Aptos"/>
                <a:ea typeface="Aptos"/>
                <a:cs typeface="Aptos"/>
              </a:rPr>
              <a:t>Avaliar e exportar os dados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EAF538-C20C-479C-B2C7-1BC75947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07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07C"/>
                </a:solidFill>
                <a:latin typeface="Aptos"/>
                <a:ea typeface="Aptos"/>
                <a:cs typeface="Aptos"/>
              </a:rPr>
              <a:t>Proxima evolucao: login, backend, banco de dados real e painel administrativo.</a:t>
            </a:r>
          </a:p>
        </p:txBody>
      </p:sp>
    </p:spTree>
    <p:extLst>
      <p:ext uri="{BB962C8B-B14F-4D97-AF65-F5344CB8AC3E}">
        <p14:creationId xmlns:p14="http://schemas.microsoft.com/office/powerpoint/2010/main" val="1541036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2026-05-20T19:26:01.6540000Z</dcterms:created>
  <dcterms:modified xsi:type="dcterms:W3CDTF">2026-05-20T19:26:01.6540000Z</dcterms:modified>
</coreProperties>
</file>